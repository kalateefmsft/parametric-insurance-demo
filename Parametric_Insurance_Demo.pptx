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Parametric Insurance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AI-Powered Automatic Claims Processing for Power Outages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Problem: Traditional Insurance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45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Slow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C9F0"/>
                </a:solidFill>
              </a:defRPr>
            </a:pPr>
            <a:r>
              <a:t>7-14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Average claim processing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828800"/>
            <a:ext cx="1645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Manual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C9F0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Claims require human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828800"/>
            <a:ext cx="1645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High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C9F0"/>
                </a:solidFill>
              </a:defRPr>
            </a:pPr>
            <a:r>
              <a:t>$50-150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Per claim administrative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828800"/>
            <a:ext cx="16459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Poor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CC9F0"/>
                </a:solidFill>
              </a:defRPr>
            </a:pPr>
            <a:r>
              <a:t>45%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Customer satisfaction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Solution: Parametric Insurance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45920" cy="3200400"/>
          </a:xfrm>
          <a:prstGeom prst="rect">
            <a:avLst/>
          </a:prstGeom>
          <a:solidFill>
            <a:srgbClr val="E6FAEB"/>
          </a:solidFill>
          <a:ln w="254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Instant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7C10"/>
                </a:solidFill>
              </a:defRPr>
            </a:pPr>
            <a:r>
              <a:t>&lt;60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Automatic claim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828800"/>
            <a:ext cx="1645920" cy="3200400"/>
          </a:xfrm>
          <a:prstGeom prst="rect">
            <a:avLst/>
          </a:prstGeom>
          <a:solidFill>
            <a:srgbClr val="E6FAEB"/>
          </a:solidFill>
          <a:ln w="254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AI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7C10"/>
                </a:solidFill>
              </a:defRPr>
            </a:pPr>
            <a: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Confidence score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828800"/>
            <a:ext cx="1645920" cy="3200400"/>
          </a:xfrm>
          <a:prstGeom prst="rect">
            <a:avLst/>
          </a:prstGeom>
          <a:solidFill>
            <a:srgbClr val="E6FAEB"/>
          </a:solidFill>
          <a:ln w="254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Low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7C10"/>
                </a:solidFill>
              </a:defRPr>
            </a:pPr>
            <a:r>
              <a:t>$2-5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Per claim processing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828800"/>
            <a:ext cx="1645920" cy="3200400"/>
          </a:xfrm>
          <a:prstGeom prst="rect">
            <a:avLst/>
          </a:prstGeom>
          <a:solidFill>
            <a:srgbClr val="E6FAEB"/>
          </a:solidFill>
          <a:ln w="25400">
            <a:solidFill>
              <a:srgbClr val="4C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103120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3464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761"/>
                </a:solidFill>
              </a:defRPr>
            </a:pPr>
            <a:r>
              <a:t>Great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38328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07C10"/>
                </a:solidFill>
              </a:defRPr>
            </a:pPr>
            <a:r>
              <a:t>92%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14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Customer satisfaction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Case: Power Outage Business Interruption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📍 Scenario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Pike Place Coffee Co. has $500/hour payout if power out &gt;2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⚡ Event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Storm causes 3-hour outage affecting downtown Seattle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🔍 Detection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System detects outage, correlates with weather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🤖 AI Validation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Foundry AI validates claim with 94%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💰 Payout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Automatic $1,083 payout within 45 seconds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1828800" cy="7315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PRESTO</a:t>
            </a:r>
          </a:p>
          <a:p>
            <a:r>
              <a:t>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560320"/>
            <a:ext cx="1828800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5176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Microsoft</a:t>
            </a:r>
          </a:p>
          <a:p>
            <a:r>
              <a:t>Fabric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749039"/>
            <a:ext cx="18288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840479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Azure</a:t>
            </a:r>
          </a:p>
          <a:p>
            <a:r>
              <a:t>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3749039"/>
            <a:ext cx="1828800" cy="73152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840479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Foundry AI</a:t>
            </a:r>
          </a:p>
          <a:p>
            <a: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4937760"/>
            <a:ext cx="1828800" cy="7315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502920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Event Grid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6126480"/>
            <a:ext cx="182880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621792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Payout</a:t>
            </a:r>
          </a:p>
          <a:p>
            <a:r>
              <a:t>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🗄️ Microsoft Fabric - Data lakehouse &amp;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⚡ Azure Event Grid - Event-driven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🔧 Azure Functions - Serverless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🐍 Python 3.11 - Application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🤖 Microsoft Foundry - AI claim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📊 Power BI - Analytics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⚡ PRESTO - Outage simulation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29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☁️ Azure Cloud - Complete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Claim 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1. Outage Detection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PRESTO generates realistic outage (or live API in production)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2. Policy Matching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Find affected policies by ZIP code + 10-mile radius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3. Event Publishing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Publish 'outage.detected' to Event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4. AI Validation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Foundry agent validates using multi-source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5. Automatic Payout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Process payment if approved, update Fabric warehouse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Validation: 6-Step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1. Location Verification - Confirm business in outage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2. Duration Check - Verify outage exceeds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3. Cause Assessment - Emergency vs planned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4. Weather Severity - Calculate severity multiplier (1.0x-1.5x)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5. Fraud Detection - Check for suspicious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19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t>6. Payout Calculation - Apply formulas + multipliers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🌩️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Seattle</a:t>
            </a:r>
          </a:p>
          <a:p>
            <a:r>
              <a:t>Thunderstorm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CC9F0"/>
                </a:solidFill>
              </a:defRPr>
            </a:pPr>
            <a:r>
              <a:t>187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$2,151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2860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SF</a:t>
            </a:r>
          </a:p>
          <a:p>
            <a:r>
              <a:t>Earthquake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840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CC9F0"/>
                </a:solidFill>
              </a:defRPr>
            </a:pPr>
            <a:r>
              <a:t>45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$1,000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828800"/>
            <a:ext cx="22860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NYC</a:t>
            </a:r>
          </a:p>
          <a:p>
            <a:r>
              <a:t>Hurricane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8404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CC9F0"/>
                </a:solidFill>
              </a:defRPr>
            </a:pPr>
            <a:r>
              <a:t>358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3891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$8,000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⚡ Real-time Processing - &lt;60 sec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🎯 High Accuracy - 85-95% AI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🔍 Complete Audit Trail - Full lineage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📊 Advanced Analytics - Power BI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💰 Cost Efficient - $9/month demo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🔒 Fraud Detection - Pattern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📈 Scalable - 100+ concurrent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29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</a:defRPr>
            </a:pPr>
            <a:r>
              <a:t>🔄 Event-Driven - Reactive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PRESTO: Power Reliability Event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🎯 Purpose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Simulates realistic outages without paid API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🌎 Coverage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19 major US cities, 40+ real utility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📊 Scenarios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Normal day, severe weather, heat wave, winter storm, equipment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✨ Features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Time patterns, weather correlation, geographic 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761"/>
                </a:solidFill>
              </a:defRPr>
            </a:pPr>
            <a:r>
              <a:t>💵 Cost</a:t>
            </a:r>
          </a:p>
          <a:p>
            <a:pPr>
              <a:spcBef>
                <a:spcPts val="600"/>
              </a:spcBef>
              <a:defRPr sz="1400">
                <a:solidFill>
                  <a:srgbClr val="212121"/>
                </a:solidFill>
              </a:defRPr>
            </a:pPr>
            <a:r>
              <a:t>FREE - No API keys or subscriptions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🎬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  <a:latin typeface="Consolas"/>
              </a:defRPr>
            </a:pPr>
            <a:r>
              <a:t>python run_demo.py --scenario storm_seattle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ADCFC"/>
                </a:solidFill>
              </a:defRPr>
            </a:pPr>
            <a:r>
              <a:t>Questions?</a:t>
            </a:r>
          </a:p>
          <a:p>
            <a:r>
              <a:t>parametric-insurance-demo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